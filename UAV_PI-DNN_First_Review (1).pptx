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7" r:id="rId10"/>
    <p:sldId id="262" r:id="rId11"/>
    <p:sldId id="263" r:id="rId12"/>
    <p:sldId id="264" r:id="rId13"/>
    <p:sldId id="268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FACULTY MAY ASK: "What exactly is the problem you are solving?"</a:t>
            </a:r>
          </a:p>
          <a:p/>
          <a:p>
            <a:r>
              <a:t>YOUR ANSWER: "We are trying to predict the behavior of a UAV-to-ground wireless channel for different UAV positions and environmental conditions — without requiring physical flight testing for every scenario."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loss equation is something faculty may specifically ask about.</a:t>
            </a:r>
          </a:p>
          <a:p/>
          <a:p>
            <a:r>
              <a:t>L_total = L_data + λ · L_physics, where L_data is the difference between predicted and measured values, L_physics is the violation of physical propagation behavior, and λ is the weighting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PROGRESS REVIEW 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Physics-Informed Deep Neural Network for Digital Twin Modeling of UAV-to-Ground Wireless Channels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Wireless Communications  ·  Deep Learning  ·  Digital Twins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58565"/>
            <a:ext cx="108813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S.HARSHITHA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2520040017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P.SRINIDHI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 — 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2520040016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Guide:  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</a:t>
            </a:r>
            <a:r>
              <a:rPr lang="en-IN" alt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 PRASAD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Department:  </a:t>
            </a:r>
            <a:r>
              <a:rPr lang="en-US" sz="1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[ECE], KL University, Hyderabad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Year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515600" cy="4480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Input / Output Parameters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 Model (FSPL)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PI-DNN Model &amp; Loss Function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vs. Physics-Informed Model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Metrics</a:t>
            </a:r>
            <a:endParaRPr lang="en-US" sz="1800" dirty="0"/>
          </a:p>
          <a:p>
            <a:pPr marL="411480" indent="-41148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UAV-to-ground wireless channels are highly dynamic because of changes in altitude, distance, UAV movement, obstacles, and multipath propagation.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problem matters: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approaches either require extensive real-world measurements, or rely only on data-driven models that may not generalize well to unseen conditions.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need: a physically consistent and efficient model capable of predicting UAV-to-ground channel characteristics for different scenarios.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goal: predict the behavior of a UAV-to-ground wireless channel for different UAV positions and environmental conditions — without requiring physical flight testing for every scenario.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 the characteristics of UAV-to-ground wireless channels.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/ generate channel data for different UAV positions and propagation conditions.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Physics-Informed Deep Neural Network (PI-DNN) combining channel data with wireless propagation principles.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PI-DNN performance with a conventional DNN.</a:t>
            </a:r>
            <a:endParaRPr lang="en-US" sz="18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 a Digital Twin for virtual simulation of UAV-to-ground communication scenarios.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Literature Survey</a:t>
            </a:r>
            <a:endParaRPr lang="en-US" sz="3400" dirty="0"/>
          </a:p>
        </p:txBody>
      </p:sp>
      <p:graphicFrame>
        <p:nvGraphicFramePr>
          <p:cNvPr id="3" name="Literature Table"/>
          <p:cNvGraphicFramePr>
            <a:graphicFrameLocks noGrp="1"/>
          </p:cNvGraphicFramePr>
          <p:nvPr/>
        </p:nvGraphicFramePr>
        <p:xfrm>
          <a:off x="822960" y="1737360"/>
          <a:ext cx="10515600" cy="3566160"/>
        </p:xfrm>
        <a:graphic>
          <a:graphicData uri="http://schemas.openxmlformats.org/drawingml/2006/table">
            <a:tbl>
              <a:tblPr firstRow="1"/>
              <a:tblGrid>
                <a:gridCol w="2377440"/>
                <a:gridCol w="2560320"/>
                <a:gridCol w="2743200"/>
                <a:gridCol w="2834640"/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Existing Approach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Advantage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Traditional channel models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Mathematical / empirical models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Simple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Limited environmental representation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Machine Learning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/ DNN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Learns complex patterns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sufficient training data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Deep Learning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DNN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Good nonlinear modeling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May not generalize to unseen scenarios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Physics-Informed DL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Physics + DNN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Uses data + physical knowledge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44444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More complex implementation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Proposed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PI-DNN + Digital Twin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Prediction + virtual simulation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Requires proper physics constraints</a:t>
                      </a:r>
                      <a:endParaRPr lang="en-US" sz="1500" dirty="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CCCCCC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 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flow: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Parameters + Channel Measurements  →  Preprocessing  →  Physics-Informed DNN  →  Predicted Channel  →  Digital Twin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051560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parameters: altitude, distance, position, velocity, and environment.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Preprocessing: data cleaning and normalization of the channel measurements.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Physics-Informed DNN: combines measured data and known wireless propagation physics (Data Loss + Physics Loss).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Twin: virtual UAV, ground station, and channel for simulation and analysis of UAV-to-ground link performance under varied scenarios.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&amp; Input / Output Parameters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altitude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distance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position (x, y, z)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 station position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velocity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 / obstacle information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Carrier frequency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 power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Outputs (choose one focus)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loss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signal strength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gain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power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38862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Recommended first implementation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389120"/>
            <a:ext cx="49377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Inputs → UAV position + altitude + distance + transmit power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→ Path loss / received signal strength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Physics Model (FSPL)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with the Free-Space Path Loss (FSPL) model: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 (dB) = 20 log</a:t>
            </a:r>
            <a:r>
              <a:rPr lang="en-US" sz="2400" b="1" baseline="-25000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r>
              <a:rPr lang="en-US" sz="2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(d) + 20 log</a:t>
            </a:r>
            <a:r>
              <a:rPr lang="en-US" sz="2400" b="1" baseline="-25000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r>
              <a:rPr lang="en-US" sz="2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(f) + 32.44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1051560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= distance between the UAV and the ground station;  f = carrier frequency of transmission.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Larger d or f → higher path loss.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neural network learns from data, while the physics component ensures that the prediction follows expected wireless propagation behavior.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Later extensions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loss  ·  Distance effects  ·  Multipath effects  ·  Line-of-sight / non-line-of-sight conditions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PI-DNN Model &amp; Loss Function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flow: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Layer  →  Dense  →  ReLU  →  Dense  →  ReLU  →  Dense  →  Output Layer  →  Predicted Path Loss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 function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10515600" cy="2788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Conventional DNN loss uses only data:  L =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PI-DNN adds a physics penalty term: 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+ λ · 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difference between predicted and measured values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lang="en-US" sz="1600" baseline="-250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physics</a:t>
            </a: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= violation of physical propagation behavior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λ = weighting factor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Baseline vs. Physics-Informed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1: Conventional DNN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 Input → DNN → Prediction.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purely from measured / simulated data — no explicit physics constraint.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2: Physics-Informed DNN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3484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 Input + Physics Constraints → PI-DNN → Prediction.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data with propagation physics for better generalization to unseen scenarios.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Metrics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metrics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48840"/>
            <a:ext cx="48006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 = (1/N) Σ |y − ŷ|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MSE = (1/N) Σ (y − ŷ)²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 = √MSE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16459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evaluate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148840"/>
            <a:ext cx="493776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vs. predicted path loss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 score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error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Generalization to unseen UAV positions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Path-loss prediction accuracy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DNN error vs. PI-DNN error — to be plotted after training runs are complete.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Digital Twin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  →  PI-DNN  →  Predicted Output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3464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input (example)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48006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UAV altitude: 100 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Horizontal distance: 500 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Transmit power: 20 dBm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Frequency: 2.4 GHz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8346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output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3337560"/>
            <a:ext cx="493776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path loss: XX dB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Received power: XX dBm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Channel condition: Good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extension: 3D UAV trajectory visualization.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University, Hyderabad  |  Progress Review 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4465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00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20040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Feedback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5473</Words>
  <Application>WPS Presentation</Application>
  <PresentationFormat>On-screen Show (16:9)</PresentationFormat>
  <Paragraphs>259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Harshitha Reddy</cp:lastModifiedBy>
  <cp:revision>10</cp:revision>
  <dcterms:created xsi:type="dcterms:W3CDTF">2026-09-08T07:27:00Z</dcterms:created>
  <dcterms:modified xsi:type="dcterms:W3CDTF">2026-09-28T03:11:59Z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D30458F17D764266A24E05C1684F81C8_13</vt:lpwstr>
  </property>
</Properties>
</file>